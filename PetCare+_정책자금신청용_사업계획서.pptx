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🐾 PetCare+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2000">
                <a:solidFill>
                  <a:srgbClr val="C8DCFF"/>
                </a:solidFill>
              </a:defRPr>
            </a:pPr>
            <a:r>
              <a:t>AI 기반 펫보험 비교 플랫폼</a:t>
            </a:r>
          </a:p>
          <a:p>
            <a:pPr algn="ctr">
              <a:spcBef>
                <a:spcPts val="600"/>
              </a:spcBef>
              <a:defRPr sz="2000">
                <a:solidFill>
                  <a:srgbClr val="C8DCFF"/>
                </a:solidFill>
              </a:defRPr>
            </a:pPr>
            <a:r>
              <a:t>정책자금 신청 사업계획서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C8FF"/>
                </a:solidFill>
              </a:defRPr>
            </a:pPr>
            <a:r>
              <a:t>수인AI브릿지 | 2026년 3월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📊 회사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📌 회사명: 수인AI브릿지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📅 설립일: 2026년 2월 25일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👤 대표: 이희천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📍 위치: 경기도 수원시 영통구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💼 사업자등록번호: 151-09-03201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📞 연락처: 010-5650-0670 | hejunl@hanmail.net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🌐 웹사이트: https://petcare-plus.vercel.app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  📊 비전 &amp; 미션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🎯 비전 (Vision)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🎯 대한민국 최고의 AI 기반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 펫보험 비교 플랫폼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💡 Claude AI를 활용한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 혁신적 반려동물 보험 서비스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🚀 차별화된 기술력으로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 시장 주도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8E3C"/>
                </a:solidFill>
              </a:defRPr>
            </a:pPr>
            <a:r>
              <a:t>🎯 미션 (Mission)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✅ 반려동물 보호자들에게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 최적의 보험을 추천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✅ 24시간 무료 AI 상담으로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 접근성 극대화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✅ 투명한 정보로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 신뢰성 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📊 핵심 기능 - Part 1️⃣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🤖 AI 맞춤형 펫보험 추천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Claude API 기반 개인화 추천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펫의 나이, 종, 질병력 분석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📊 8개 보험사 실시간 비교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메리츠, 삼성, DB, 현대, KB, 한화, 농협, 롯데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보험료, 보장범위, 특약 상세 비교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💬 24시간 AI 챗봇 상담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Claude API 기반 자연스러운 대화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실시간 질문 답변 (언제 어디서나)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📊 핵심 기능 - Part 2️⃣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🏥 주변 동물병원 검색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Google Maps API 기반 위치 검색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가까운 병원 정보 실시간 제공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병원 리뷰 및 평점 표시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📋 보험금 청구 프로세스 가이드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단계별 청구 절차 설명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필요 서류 체크리스트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📧 AI 맞춤형 상담 신청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고객정보 수집 및 이메일 발송 (Resend API)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전문가 연결로 전환율 극대화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  📊 기술 스택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🎯 프론트엔드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⚛️ React 18 (UI 라이브러리)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⚡ Vite (빌드 도구)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🎨 Tailwind CSS (스타일링)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📱 PWA (모바일 앱처럼 사용)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📊 React Hooks (상태 관리)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성능: 초로딩 &lt; 2초, 모바일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8E3C"/>
                </a:solidFill>
              </a:defRPr>
            </a:pPr>
            <a:r>
              <a:t>🎯 백엔드 &amp; 클라우드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🤖 Claude API (AI 챗봇)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🗄️ Supabase (데이터베이스)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📧 Resend API (이메일 발송)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🗺️ Google Maps API (병원검색)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🚀 Vercel (호스팅)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⚙️ Node.js (API 서버)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장점: 서버리스, 비용 효율적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  📊 시장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🎯 시장 기회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📈 국내 펫보험 시장 규모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2024: 약 3,000억 원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2025: 약 4,500억 원 (예상)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🐕 반려동물 보유 가구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약 1,000만 가구 (전국 기준)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💰 평균 월 보험료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25,000~35,000원 (정상 수준)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✅ 성장률: 연 30~50%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8E3C"/>
                </a:solidFill>
              </a:defRPr>
            </a:pPr>
            <a:r>
              <a:t>🎯 경쟁 우위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🤖 AI 기반 자동화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• 인간 상담사 불필요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• 24시간 자동 운영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💎 차별성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• 유일한 AI 맞춤형 추천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• 정책금융 지원으로 신뢰성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🚀 확장성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• 자율진화형 플랫폼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• 자동 콘텐츠 생성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• SNS 자동 마케팅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📊 수익 모델 &amp; 예상 매출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💰 Phase 1 (2026.03-05): 기반 수립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제휴 수수료: 보험료의 3~5% (보험사별)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예상 월 매출: 500만원 (가입자 200명 기준)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💰 Phase 2 (2026.06-12): 성장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광고 수익: 동물병원, 펫용품업체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프리미엄 상담 (선택사항)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예상 월 매출: 2,000~3,000만원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💰 Phase 3 (2027년~): 고도화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보험료 기반 수익: 5~10억원/년 (목표)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SNS 광고, 콘텐츠 마케팅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B2B 기업 제휴 (펫케어 업체)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📊 혁신: 자율진화형 플랫폼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🔄 핵심: Claude Code를 활용한 자동화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90% 이상 자동화 (인간 개입 최소화)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📊 데이터 자동 갱신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보험료 변동 자동 감지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새 상품 자동 추가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고객에게 자동 알림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✍️ 콘텐츠 자동 생성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일일 블로그 포스트 (Claude API)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SNS 콘텐츠 자동 작성 (Instagram/Twitter/Facebook)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주간 뉴스레터 자동화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🎯 AI 기반 최적화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사용자 행동 분석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UI/UX 자동 개선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A/B 테스트 자동 실행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  📊 팀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t>🎯 현재 (2026년 3월)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👤 이희천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• CEO / 사업가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• 보험 컨설턴트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• 전략 수립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🤖 Claude Code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• 개발 자동화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• AI 기반 의사결정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• 콘텐츠 생성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구성: 1명 +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8E3C"/>
                </a:solidFill>
              </a:defRPr>
            </a:pPr>
            <a:r>
              <a:t>🎯 향후 확대안 (2026년 4분기)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💼 영업 담당 (1명)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• 보험사 제휴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• B2B 계약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👨‍💻 개발자 (2-3명)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• 모바일 앱 개발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• 백엔드 최적화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🎨 UX/UI 디자이너 (1명)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   • 사용자 경험 개선</a:t>
            </a: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424242"/>
                </a:solidFill>
              </a:defRPr>
            </a:pPr>
            <a:r>
              <a:t>구성: 5-6명 + AI (예상)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📊 개발 로드맵 (2026)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🟢 Phase 1: 초기 구축 (2026.02.25 ~ 3월)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✅ 완료: 기본 기능 (AI 추천, 비교표, 챗봇, 병원검색)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✅ 완료: Vercel 배포 및 API 키 환경변수 설정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✅ 완료: 법적 준칙 적용 (면책공고)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🟡 Phase 2: 자율진화 구축 (2026.04 ~ 5월)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📊 데이터 자동 갱신 시스템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✍️ 콘텐츠 자동 생성 시스템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📈 Analytics + AI 최적화 모듈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💻 관리자 대시보드 개발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🟠 Phase 3: 고도화 (2026.06 ~ 12월)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📱 iOS/Android 네이티브 앱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🌍 국제 확장 (영문 지원)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💳 결제 시스템 통합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🎯 AI 기반 마케팅 자동화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📊 법적 준칙 &amp; 규제 준수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⚖️ 보험업법 준수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보험 상품 권유 아님 (정보 제공만 명시)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면책공고 3곳 배치 (중요 고지 사항)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확정적 표현 제거 ("최저가", "반드시")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🔐 개인정보보호법 (PIPA)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고객 정보 암호화 저장 (Supabase)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GDPR 준비 (국제 확장 대비)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개인정보 처리방침 명시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💰 금융감독 (FSS)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정책금융 신청 시 별도 심의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금융감독당국 보고 체계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📝 사전 심의 제외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정보 제공 형식으로 법적 안전성 확보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📊 정책자금 신청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🎯 신청 대상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정책금융(중소기업진흥공단 등)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스타트업 지원금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혁신성장 자금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💡 차별성 강조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✅ AI 기반 혁신 서비스 (Claude API)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✅ 자율진화형 플랫폼 (자동화 90%)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✅ 고성장 시장 (연 30~50% 성장)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✅ 낮은 초기 자본금 (Vercel 활용)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📊 사용처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개발 인력 충원 (2-3명): 약 1억원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마케팅 비용: 약 3,000만원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인프라 및 운영비: 약 2,000만원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>
                <a:solidFill>
                  <a:srgbClr val="424242"/>
                </a:solidFill>
              </a:defRPr>
            </a:pPr>
            <a:r>
              <a:t>   • 총 신청액: 약 1.5억원 (예상)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감사합니다! 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C8DCFF"/>
                </a:solidFill>
              </a:defRPr>
            </a:pPr>
            <a:r>
              <a:t>📌 회사명: 수인AI브릿지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C8DCFF"/>
                </a:solidFill>
              </a:defRPr>
            </a:pPr>
            <a:r>
              <a:t>📌 대표자: 이희천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C8DCFF"/>
                </a:solidFill>
              </a:defRPr>
            </a:pPr>
            <a:r>
              <a:t>📌 이메일: hejunl@hanmail.net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C8DCFF"/>
                </a:solidFill>
              </a:defRPr>
            </a:pPr>
            <a:r>
              <a:t>📌 전화: 010-5650-0670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C8DCFF"/>
                </a:solidFill>
              </a:defRPr>
            </a:pPr>
            <a:r>
              <a:t>📌 웹사이트: https://petcare-plus.vercel.app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C8DCFF"/>
                </a:solidFill>
              </a:defRPr>
            </a:pPr>
            <a:r>
              <a:t>📌 GitHub: https://github.com/HeeJeonLee/petcare-plus-v2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