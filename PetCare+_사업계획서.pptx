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🐾 PetCare+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8FAFC"/>
                </a:solidFill>
              </a:defRPr>
            </a:pPr>
            <a:r>
              <a:t>AI 기반 펫보험 비교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📋 기본 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회사명: 수인AI브릿지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사업자등록번호: 151-09-03201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개업일: 2026년 02월 25일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대표자: 이희전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사업분야: AI 기반 펫보험 비교 및 상담 플랫폼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신청자금: 5천만원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1️⃣ 사업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Claude AI 기반의 자동화된 펫보험 비교 및 24시간 상담 플랫폼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📊 시장 현황: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반려동물 양육 가구: 600만 가구 (2024)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펫보험 시장: 5,000억원 (연평균 15-20% 성장)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펫보험 가입률: 5% (미국 20%에 비해 저조)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🎯 문제점 vs 솔루션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❌ 문제점: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8개 이상 보험사의 복잡한 상품 비교 어려움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고가의 전문 상담 비용 (시간당 5~10만원)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야간/휴일 상담 불가능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우리의 솔루션: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AI 기반 자동 비교 시스템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24시간 무료 상담 (Claude AI)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완전 자동화된 운영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2️⃣ 핵심 기술 - AI 챗봇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기술 스택: Claude API (Sonnet 4.6, Opus 4.6)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✨ 구현 내용: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Claude API 통합: 실시간 자연어 처리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System Prompt 엔지니어링: 펫보험 전문가 페르소나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Multi-turn 대화: 견종별/나이별 맞춤 분석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💰 효과: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상담사 인건비 제거 (월 500만원 절감)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1000명 동시 상담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🔄 자동 성능 분석 &amp; 최적화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기술 스택: Custom Analytics Module, Claude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📊 실시간 분석: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클릭 패턴, 스크롤 깊이, 세션 지속시간 추적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AI 기반 자동 최적화 제안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A/B 테스트 자동 실행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목표: 전환율 30% 증가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📝 AI 콘텐츠 자동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기술 스택: Claude API, Scheduling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자동화 대상: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일일 블로그 포스트 (1500-2000자)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SNS 콘텐츠 (Instagram, Twitter, Facebook)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효과: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콘텐츠 마케팅 비용 제거 (월 200만원 절감)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 50개 이상 콘텐츠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유기 트래픽 35% 증가 예상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3️⃣ 시장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📈 시장 규모: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펫보험 시장: 5,000억원 (2024)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연평균 성장률: 15-20%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2028년 예상: 약 10,000억원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🎯 타겟 고객: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반려동물 보유 가구: 600만 가구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정보 수집 관심층: 150만 가구 (25%)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우리의 TAM: 150만 명 (1차), 50만 명 (3년차)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⚔️ 경쟁사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기존 플레이어: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보험사 홈페이지: 복잡, 상담 유료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비교 사이트: 수동 상담, AI 없음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직거래 상담: 비용 높음, 시간 제한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🌟 PetCare+ 차별점: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Claude AI 기반 24시간 무료 상담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자동화로 초저가 모델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자동 콘텐츠 마케팅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4️⃣ 재무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💰 초기 투자 5,000만원: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개발 비용: 1,000만원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마케팅 비용: 1,500만원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인프라/운영: 1,500만원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인건비: 1,000만원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월 고정 운영비: 100만원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(기존 모델 3,000만원 대비 90% 절감)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📊 3년 매출 전망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Year 1 (2026): 1,500만원 (투자 대비 3배)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 방문자: 2,000명 → 10,000명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 계약: 100건 → 200건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Year 2 (2027): 1억 2,000만원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 계약: 200건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Year 3 (2028): 3억원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 계약: 500건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손익분기점: 6개월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5️⃣ 실행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Phase 1 (1월-3월): 기반 조성 ✅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AI 챗봇, 자동화 시스템 개발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Phase 2 (4월-6월): 마켓 진출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목표: 월 2,000명, 100건 상담신청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마케팅 비용: 1,300만원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Phase 3 (7월-12월): 성장 단계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목표: 월 10,000명, 500건 상담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ROI 150% 달성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🎯 성공 지표 (KPI)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📍 6개월 목표: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월간 방문자: 2,000명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상담 신청률: 5%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고객 만족도: 4.5/5.0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📍 1년 목표: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월간 방문자: 10,000명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월간 계약: 200건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손익분기점 달성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📍 3년 목표: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월간 방문자: 50,000명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• 연간 수익: 3억원 이상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💎 핵심 가치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기술 혁신: AI 기반 자동화로 90% 비용 절감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시장 타이밍: 펫보험 시장 급성장 초입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비즈니스 모델: 검증된 수수료 기반 수익구조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확장성: 자동화로 무한 스케일 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✅ 지속성: 자율진화로 경쟁력 자동 유지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🏛️ 정책자금 신청 사유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1️⃣ 기술 혁신: Claude AI 활용한 K-스타트업 모델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2️⃣ 일자리 창출: 자동화로 양질의 일자리 창출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3️⃣ 시장 선도: 펫보험 시장에서 AI 선도 업체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4️⃣ 수출 가능성: 자동화 시스템으로 글로벌 확장 용이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5️⃣ 경제 파급: 보험 중개 시장 활성화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감사합니다! 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8FAFC"/>
                </a:solidFill>
              </a:defRPr>
            </a:pPr>
            <a:r>
              <a:t>수인AI브릿지 | 2026년 02월 28일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