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D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🐾 PetCare+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ED6F1"/>
                </a:solidFill>
              </a:defRPr>
            </a:pPr>
            <a:r>
              <a:t>대한민국 최고의 AI 기반 펫보험 비교 플랫폼</a:t>
            </a:r>
            <a:br/>
            <a:r>
              <a:t>사업계획서</a:t>
            </a:r>
            <a:br/>
            <a:br/>
            <a:r>
              <a:t>2026년 02월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📋 회사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🏢 회사명: 수인AI브릿지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📍 주소: 경기도 수원시 영통구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(상세: 동탄원천로1109번길 37, 103층 502호)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사업자등록번호: 151-09-03201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📅 개업일: 2026년 02월 25일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👤 대표자: 이희천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📱 연락처: 010-5650-0670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이메일: hejunl@hanmail.net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사업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💡 비전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대한민국 최고의 AI 기반 펫보험 비교 플랫폼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🎁 핵심 가치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24시간 무료 AI 상담 (Claude AI 기반)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8개 보험사 실시간 비교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펫보험 가입 전 완벽한 정보 제공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🚀 사업 모델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B2C: 반려동물 보호자 대상 무료 서비스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B2B: 보험사 제휴 및 마케팅 파트너십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향후: 광고, 제휴 수수료 기반 수익화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⭐ 핵심 기능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1️⃣ AI 맞춤형 펫보험 추천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Claude AI를 활용한 개인화된 추천 알고리즘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2️⃣ 8개 보험사 상세 비교표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메리츠, 삼성, 현대, KB, 한화, DB, 농협, 롯데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보험료, 보장내용, 특징, 리뷰 포함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3️⃣ AI 챗봇 상담 (24시간)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Claude API 기반 고급 상담 시스템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펫 건강 정보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보험 선택 가이드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⭐ 핵심 기능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4️⃣ 주변 동물병원 검색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Google Maps API를 활용한 실시간 병원 검색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위치 기반 검색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거리 표시 및 길찾기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5️⃣ 보험금 청구 프로세스 가이드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단계별 청구 방법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필요 서류 안내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6️⃣ 온라인 상담 신청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실시간 상담 신청 → 전문가 연결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시장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시장 규모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국내 펫보험 시장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2023년: 약 2,500억원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2026년 예상: 4,000억원+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반려동물 소유자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약 1,180만 명 (42%)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펫보험 가입률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약 15-20% (성장중)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경쟁 우위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✅ AI 기반 맞춤형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 대부분 수동 비교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✅ 24시간 무료 상담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 오픈 시간 제한 경쟁사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✅ 8개 보험사 통합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 단일 또는 소수만 지원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✅ 사용자 친화적 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🛠️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React 18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Vite (번들러)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Tailwind CSS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Google Maps API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PWA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Backend &amp; Infrastructure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Node.js + Express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Supabase (DB)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Claude API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Resend (이메일)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• Vercel (호스팅)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💰 수익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Phase 1 (현재): 무료 서비스 통한 사용자 확보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Phase 2 (6개월): 보험사 제휴 수익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제휴 수수료 (가입당 5~10%)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광고 수익 (검색 상단 노출)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보험사 데이터 API 라이센싱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Phase 3 (1년): 프리미엄 기능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상담 프리미엄 (월 9,900원)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맞춤형 리포트 (월 4,900원)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예상 연간 매출 (2027년): 5억원~10억원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👥 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현재 (MVP)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👤 이희천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역할: 대표이사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경력: 보험컨설턴트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        AI 비즈니스 개발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🤖 Claude AI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역할: AI 상담사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역량: 24시간 응답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향후 확대 계획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👨‍💼 영업팀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보험사 제휴 담당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👨‍💻 개발팀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프로덕션 운영 및 개선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🎨 UX/UI팀</a:t>
            </a:r>
          </a:p>
          <a:p>
            <a:pPr>
              <a:spcBef>
                <a:spcPts val="600"/>
              </a:spcBef>
              <a:defRPr sz="1400">
                <a:solidFill>
                  <a:srgbClr val="34495E"/>
                </a:solidFill>
              </a:defRPr>
            </a:pPr>
            <a:r>
              <a:t>  사용자 경험 최적화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자율진화형 플랫폼 (향후 계획)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자동 데이터 갱신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보험료 일일 자동 수집 및 동기화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변경사항 자동 감지 및 반영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📝 콘텐츠 자동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Claude API로 일일 블로그 포스트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SNS 콘텐츠 자동화 (Instagram, Twitter, Facebook)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🤖 AI 기반 자동 최적화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사용자 행동 분석 (Analytics)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개선안 자동 도출 및 배포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A/B 테스트 자동화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🎯 목표: 90% 자동화 (인간 개입 최소화)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📅 개발 시간표 (Roadmap)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Phase 1: MVP 완성 (2026.02.28 완료)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6가지 이슈 해결 완료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프로덕션 배포 준비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🟡 Phase 2: 자율진화형 플랫폼 (2026.03~05)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데이터 자동 갱신 시스템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콘텐츠 자동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Analytics 고도화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🟢 Phase 3: 사업 확장 (2026.06~12)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보험사 제휴 확대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광고 수익 활성화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국제 확장 (영문 지원)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⚖️ 법적 준칙 및 준수사항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면책 공고 3곳 배치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'본 페이지는 정보 제공이며 상품 권유가 아님'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보험업법 준수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확정적 표현 제거 ('최저가', '무조건 보상')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약관 확인 필수 안내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개인정보보호법 준수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Supabase 암호화 저장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GDPR 호환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금융감독 준비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Gemini AI 법률 자문 적용완료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D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📞 연락처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ED6F1"/>
                </a:solidFill>
              </a:defRPr>
            </a:pPr>
            <a:r>
              <a:t>회사명: 수인AI브릿지</a:t>
            </a:r>
            <a:br/>
            <a:br/>
            <a:r>
              <a:t>대표자: 이희천</a:t>
            </a:r>
            <a:br/>
            <a:r>
              <a:t>연락처: 010-5650-0670</a:t>
            </a:r>
            <a:br/>
            <a:r>
              <a:t>이메일: hejunl@hanmail.net</a:t>
            </a:r>
            <a:br/>
            <a:br/>
            <a:r>
              <a:t>웹사이트: https://petcare-plus.vercel.app</a:t>
            </a:r>
            <a:br/>
            <a:r>
              <a:t>GitHub: https://github.com/HeeJeonLee/petcare-plus-v2</a:t>
            </a:r>
            <a:br/>
            <a:br/>
            <a:r>
              <a:t>🙏 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